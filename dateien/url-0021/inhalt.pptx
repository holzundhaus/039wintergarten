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039wintergarten.tumblr.com/post/830368694768205824/wintergarten-sonneneinstrahlung-tagesverlauf-dach-seit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https://039wintergarten.tumblr.com/post/830368694768205824/wintergarten-sonneneinstrahlung-tagesverlauf-dach-seiten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